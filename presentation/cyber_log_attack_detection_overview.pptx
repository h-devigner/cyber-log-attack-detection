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2A6F97"/>
            </a:solidFill>
          </c:spPr>
          <c:cat>
            <c:strRef>
              <c:f>Sheet1!$A$2:$A$4</c:f>
              <c:strCache>
                <c:ptCount val="3"/>
                <c:pt idx="0">
                  <c:v>Firewall</c:v>
                </c:pt>
                <c:pt idx="1">
                  <c:v>Web</c:v>
                </c:pt>
                <c:pt idx="2">
                  <c:v>SSH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27000</c:v>
                </c:pt>
                <c:pt idx="1">
                  <c:v>24000</c:v>
                </c:pt>
                <c:pt idx="2">
                  <c:v>20000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3D8E6D"/>
            </a:solidFill>
          </c:spPr>
          <c:cat>
            <c:strRef>
              <c:f>Sheet1!$A$2:$A$5</c:f>
              <c:strCache>
                <c:ptCount val="4"/>
                <c:pt idx="0">
                  <c:v>Binary</c:v>
                </c:pt>
                <c:pt idx="1">
                  <c:v>Category</c:v>
                </c:pt>
                <c:pt idx="2">
                  <c:v>Binary baseline</c:v>
                </c:pt>
                <c:pt idx="3">
                  <c:v>Category baseline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0.9929</c:v>
                </c:pt>
                <c:pt idx="1">
                  <c:v>0.9447</c:v>
                </c:pt>
                <c:pt idx="2">
                  <c:v>0.3371</c:v>
                </c:pt>
                <c:pt idx="3">
                  <c:v>0.0507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Cyber Log Attack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86370"/>
                </a:solidFill>
              </a:defRPr>
            </a:pPr>
            <a:r>
              <a:t>From infrastructure logs to ML-assisted security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232B"/>
                </a:solidFill>
              </a:defRPr>
            </a:pPr>
            <a:r>
              <a:t>A practical pipeline that collects SSH, web, and firewall logs, turns them into searchable events, and scores them with machine learning.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37560"/>
            <a:ext cx="338328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CC5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447288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CC5048"/>
                </a:solidFill>
              </a:defRPr>
            </a:pPr>
            <a: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776472"/>
            <a:ext cx="305409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Attack traces are already in logs, but they are noisy and spread across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337560"/>
            <a:ext cx="338328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3447288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2A6F97"/>
                </a:solidFill>
              </a:defRPr>
            </a:pPr>
            <a:r>
              <a:t>How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3776472"/>
            <a:ext cx="305409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ELK organizes events; ML prioritizes and categorizes suspicious activity.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337560"/>
            <a:ext cx="338328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3D8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3447288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3D8E6D"/>
                </a:solidFill>
              </a:defRPr>
            </a:pPr>
            <a:r>
              <a:t>Outcome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3776472"/>
            <a:ext cx="305409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Analysts get searchable evidence plus model predictions in Kibana.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Why This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Most attacks leave traces before they become obvious incidents: failed logins, scanner paths, denied ports, unusual outbound traffic.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The challenge is not lack of logs. The challenge is turning thousands of raw lines into useful security decisions.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A good detection system reduces alert fatigue by separating normal noise from events worth investigating.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It also gives analysts context: what happened, where it happened, and which attack family it resembles.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Operational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984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SSH logs show authentication attempts, but one failed password can be normal.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Web logs show every request, but only a few paths may contain SQLi, XSS, traversal, or scanner behavior.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Firewall logs show traffic decisions, but one deny is often background noise while repeated denies can indicate scanning.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The project goal is to convert these raw signals into a repeatable detection and investigation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Storyline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214884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344168"/>
            <a:ext cx="18196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2A6F97"/>
                </a:solidFill>
              </a:defRPr>
            </a:pPr>
            <a:r>
              <a:t>1. Collect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1673352"/>
            <a:ext cx="181965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Start with SSH, web, and firewall logs from public, synthetic, and sample ELK sources.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234440"/>
            <a:ext cx="214884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E7A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1344168"/>
            <a:ext cx="18196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7A646"/>
                </a:solidFill>
              </a:defRPr>
            </a:pPr>
            <a:r>
              <a:t>2. 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1673352"/>
            <a:ext cx="181965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Run EDA to inspect labels, class balance, sources, and feature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1234440"/>
            <a:ext cx="214884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3D8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8112" y="1344168"/>
            <a:ext cx="18196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3D8E6D"/>
                </a:solidFill>
              </a:defRPr>
            </a:pPr>
            <a:r>
              <a:t>3. 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1673352"/>
            <a:ext cx="181965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Train unified and specialist models, then compare which design works better.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234440"/>
            <a:ext cx="214884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CC5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9831" y="1344168"/>
            <a:ext cx="181965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CC5048"/>
                </a:solidFill>
              </a:defRPr>
            </a:pPr>
            <a:r>
              <a:t>4. Integrate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1673352"/>
            <a:ext cx="181965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Use ELK for ingestion/search and write ML predictions back to Elasticsearch.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1234440"/>
            <a:ext cx="18288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5863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31552" y="1344168"/>
            <a:ext cx="14996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586370"/>
                </a:solidFill>
              </a:defRPr>
            </a:pPr>
            <a:r>
              <a:t>5.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1673352"/>
            <a:ext cx="14996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Show the pipeline, scenario results, limitations, and production next steps.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10149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The presentation follows the same path as the system: logs -&gt; features -&gt; models -&gt; predictions -&gt; analyst view.</a:t>
            </a:r>
          </a:p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That makes the demo explainable instead of looking like a black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Data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Public source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Synthetic?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Label caveat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Firewall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UCI firewall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Action field used as weak label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Web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NASA HTTP access logs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Public rows normal; attacks simulated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Zenodo SSH honeypot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Attack-heavy; normal SSH simulated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051560" y="3337560"/>
          <a:ext cx="969264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Why Synthetic Data Was Needed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474720" cy="123444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CC5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344168"/>
            <a:ext cx="31455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CC5048"/>
                </a:solidFill>
              </a:defRPr>
            </a:pPr>
            <a:r>
              <a:t>Coverage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73352"/>
            <a:ext cx="31455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Public logs rarely cover normal and attack behavior with clean labels in one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74720" cy="123444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E7A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344168"/>
            <a:ext cx="31455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7A646"/>
                </a:solidFill>
              </a:defRPr>
            </a:pPr>
            <a:r>
              <a:t>Class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673352"/>
            <a:ext cx="31455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Synthetic rows ensure every demo category has enough examples to train and evaluate.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34440"/>
            <a:ext cx="3474720" cy="123444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3D8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344168"/>
            <a:ext cx="31455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3D8E6D"/>
                </a:solidFill>
              </a:defRPr>
            </a:pPr>
            <a:r>
              <a:t>Prototype speed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1673352"/>
            <a:ext cx="31455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It lets the pipeline be built before real organization logs are available.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102412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Synthetic data is useful for bootstrapping, not final proof.</a:t>
            </a:r>
          </a:p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Production readiness needs real logs and analyst-reviewed labels.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Normalized Feature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143000"/>
            <a:ext cx="1097280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All sources are converted into one 46-column table.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Common features: log source, event type, protocol, service, timestamp-derived fields.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SSH features: auth result, username type, failed login count, success after failures.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Web features: method, status family, URL length, query length, suspicious tokens, user-agent family.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Firewall features: action flags, ports, service, packet/byte volume, source event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Window 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3444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Current state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Production recommendation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Partial: ssh_failed_logins_10m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5-10 min per source IP/user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Web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Mostly per request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5-10 min for scanners; one request can flag SQLi/XSS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Firewall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Partial: src_event_count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5 min port scan; 10-30 min outbound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79476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Current model is tabular, not a sequence model.</a:t>
            </a:r>
          </a:p>
          <a:p>
            <a:pPr>
              <a:spcAft>
                <a:spcPts val="800"/>
              </a:spcAft>
              <a:defRPr sz="2000">
                <a:solidFill>
                  <a:srgbClr val="1C232B"/>
                </a:solidFill>
              </a:defRPr>
            </a:pPr>
            <a:r>
              <a:t>Next major improvement: compute real rolling windows before scoring.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Model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3383280" cy="118872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435607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2A6F97"/>
                </a:solidFill>
              </a:defRPr>
            </a:pPr>
            <a:r>
              <a:t>Pass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764792"/>
            <a:ext cx="305409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Unified binary detector predicts normal vs attack across all log sources.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83280" cy="118872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E7A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1" y="1435607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7A646"/>
                </a:solidFill>
              </a:defRPr>
            </a:pPr>
            <a:r>
              <a:t>Routing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1" y="1764792"/>
            <a:ext cx="305409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Only attack rows continue. log_source chooses ssh, web, or firewall specialist.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118872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3D8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435607"/>
            <a:ext cx="30540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3D8E6D"/>
                </a:solidFill>
              </a:defRPr>
            </a:pPr>
            <a:r>
              <a:t>Pass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1764792"/>
            <a:ext cx="3054096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Specialist category detector predicts the attack type.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91840"/>
            <a:ext cx="1069848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Model: SGDClassifier with logistic loss, elastic-net regularization, balanced class weights, and early stopping.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Split: 80/20 stratified train/test; 10% internal validation for early stopping.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Baselines: most-frequent-class dummy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10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77240" y="1143000"/>
          <a:ext cx="5715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325880"/>
          <a:ext cx="4846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423160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Binary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Unified binary macro F1: 0.9929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Unified category macro F1: 0.9447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Web and firewall category specialists improved diagnosis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Final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Unified binary + specialist categories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41605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32B"/>
                </a:solidFill>
              </a:defRPr>
            </a:pPr>
            <a:r>
              <a:t>Metrics prove pipeline behavior on current data, not production readiness.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Scenario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234440"/>
          <a:ext cx="4754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38862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Rows scored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Expected attacks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Predicted attacks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Binary accuracy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0.944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Category accuracy on attacks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325880"/>
            <a:ext cx="530352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One SQL injection was categorized as XSS.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One suspicious outbound firewall event was missed by the binary gate.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These visible mistakes are useful: they show where more real data and better windows are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ELK With Podman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Logstash parses sample SSH, web, and firewall logs into structured fields.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Elasticsearch stores those events in cyberlog-events-* indexes.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Kibana gives the analyst a searchable view of raw and parsed evidence.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Podman starts the local stack with: podman-compose -f compose.yaml up -d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The ML bridge then reads those events, scores them, and writes predictions 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ELK To ML Scoring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20574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298448"/>
            <a:ext cx="17282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2A6F97"/>
                </a:solidFill>
              </a:defRPr>
            </a:pPr>
            <a:r>
              <a:t>1.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627632"/>
            <a:ext cx="17282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Logstash writes parsed logs to cyberlog-events-*.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188720"/>
            <a:ext cx="20574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E7A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3512" y="1298448"/>
            <a:ext cx="17282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7A646"/>
                </a:solidFill>
              </a:defRPr>
            </a:pPr>
            <a:r>
              <a:t>2.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2" y="1627632"/>
            <a:ext cx="17282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The bridge converts ELK docs into model feature 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188720"/>
            <a:ext cx="20574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3D8E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8072" y="1298448"/>
            <a:ext cx="17282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3D8E6D"/>
                </a:solidFill>
              </a:defRPr>
            </a:pPr>
            <a:r>
              <a:t>3.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627632"/>
            <a:ext cx="17282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Binary model first; attack rows go to specialists.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1188720"/>
            <a:ext cx="20574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CC5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1" y="1298448"/>
            <a:ext cx="17282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CC5048"/>
                </a:solidFill>
              </a:defRPr>
            </a:pPr>
            <a:r>
              <a:t>4. Write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1627632"/>
            <a:ext cx="17282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Predictions go to cyberlog-ml-predictions-*.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188720"/>
            <a:ext cx="2057400" cy="1143000"/>
          </a:xfrm>
          <a:prstGeom prst="roundRect">
            <a:avLst/>
          </a:prstGeom>
          <a:solidFill>
            <a:srgbClr val="F7F9FA"/>
          </a:solidFill>
          <a:ln w="19050">
            <a:solidFill>
              <a:srgbClr val="5863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37192" y="1298448"/>
            <a:ext cx="17282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586370"/>
                </a:solidFill>
              </a:defRPr>
            </a:pPr>
            <a:r>
              <a:t>5. Kibana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37192" y="1627632"/>
            <a:ext cx="1728216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C232B"/>
                </a:solidFill>
              </a:defRPr>
            </a:pPr>
            <a:r>
              <a:t>Analysts filter the decision layer in Discover.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14400" y="3063240"/>
          <a:ext cx="1033272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6360"/>
                <a:gridCol w="5166360"/>
              </a:tblGrid>
              <a:tr h="32766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Demo output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Input ELK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Prediction documents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Predicted attacks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Predicted normal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Prediction data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cyberlog-ml-predictions-*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How To Demo In Kibana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8813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435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Kibana data view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What it shows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Useful filters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Cyber Log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Raw parsed SSH/web/firewall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log_source: ssh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Cyber Log ML Predictions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Model predictions written back to Elasticsearch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ml.predicted_binary_label: attack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Cyber Log ML Predictions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Attack category diagnosis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ml.predicted_attack_category: firewall_block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1024128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This makes the demo feel operational: first inspect the original logs, then inspect the model's decision layer.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Near-real-time demo mode is polling: score_elk_events.py --watch --interval-seconds 30.</a:t>
            </a:r>
          </a:p>
          <a:p>
            <a:pPr>
              <a:spcAft>
                <a:spcPts val="800"/>
              </a:spcAft>
              <a:defRPr sz="1700">
                <a:solidFill>
                  <a:srgbClr val="1C232B"/>
                </a:solidFill>
              </a:defRPr>
            </a:pPr>
            <a:r>
              <a:t>Production would turn the polling bridge into a service, queue consumer, or streaming scorer.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A6F9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Synthetic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Can be too 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Add real labeled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Weak labels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Some labels are inferred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Analyst review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Random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May be optimistic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Chronological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Partial windows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Scans are time patterns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C232B"/>
                          </a:solidFill>
                        </a:defRPr>
                      </a:pPr>
                      <a:r>
                        <a:t>Real rolling aggregation</a:t>
                      </a:r>
                    </a:p>
                  </a:txBody>
                  <a:tcPr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78992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Collect real SSH, web, and firewall logs from the target environment.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Create analyst-reviewed labels and track false positives.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Implement rolling-window features for SSH brute force, web scanners, firewall scans, and outbound traffic.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Use chronological train/validation/test splits.</a:t>
            </a:r>
          </a:p>
          <a:p>
            <a:pPr>
              <a:spcAft>
                <a:spcPts val="800"/>
              </a:spcAft>
              <a:defRPr sz="1800">
                <a:solidFill>
                  <a:srgbClr val="1C232B"/>
                </a:solidFill>
              </a:defRPr>
            </a:pPr>
            <a:r>
              <a:t>Harden the ELK-to-ML bridge into a production scoring service.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232B"/>
                </a:solidFill>
              </a:defRPr>
            </a:pPr>
            <a:r>
              <a:t>Final 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56248"/>
            <a:ext cx="12188952" cy="36576"/>
          </a:xfrm>
          <a:prstGeom prst="rect">
            <a:avLst/>
          </a:prstGeom>
          <a:solidFill>
            <a:srgbClr val="D2D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60196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86370"/>
                </a:solidFill>
              </a:defRPr>
            </a:pPr>
            <a:r>
              <a:t>Cyber Log Attack Detection |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8700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C232B"/>
                </a:solidFill>
              </a:defRPr>
            </a:pPr>
            <a:r>
              <a:t>This project tells a complete security analytics story: collect logs, understand the data, train models, compare architectures, score live ELK events, and bring predictions back to Kibana. The next step is validating the same workflow on real analyst-labeled operational logs.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